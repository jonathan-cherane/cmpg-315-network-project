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15EE-AA3E-B024-53BD-536E97E63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6DB89-3B56-7A93-0AE8-BF9DB6EE2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72467-67D3-2F18-5686-79B81FB0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1820E-2786-EAF2-B443-160D4B0F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6B8D-8C7E-D4FE-27DC-1290F304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467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43F6-BF12-93D6-4B8C-DC8057AE7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27737-13D5-AA69-AF0A-6CBD1737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22FA9-3D65-A117-93B1-272FF20E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681E-2CF8-F21A-1659-404263D6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900F-E07E-2045-6B73-D996ADA33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241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EA6A-FF53-0A0B-E247-9A8F1F35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4A961-4CB3-8A59-69E7-E761CE1F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FD9D6-414F-7E75-3D30-EFD58F86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18C8-97A3-F3B7-B5E7-F3614FD7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61C9-EB9C-67E7-437C-0A5460F7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05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75E8-90E1-2187-0449-C2471F09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15F5-1840-5962-3BD3-A3C04ACFE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5CD49-CD2C-CDC5-9FD0-CB8C726A5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24D0C-6965-8F96-CB6E-BBBBE2D7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702F1-DB90-4E91-6128-4D07794F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AB57D-EFA1-9501-2E5E-54417A6F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883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70E3-CA16-7BD3-1A76-6005A55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52A04-65E9-30E5-7324-580A7CE5F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2EBC9-7F7A-6C2C-D15E-3B9825F61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34E1E-26EB-A2C9-24BE-B0A197FF5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A75DB-AF8E-02AB-0507-B0AB68384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99F6B-4BDB-EFEE-8AAF-A87280BD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1CC71-505C-9810-0F1D-2BC21293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0B6F5-2B4E-785B-616E-4171789E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57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CBCE-417C-9F5A-57C7-7122986B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8E7BA-F65F-2C9F-B6C9-8A2459C8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40593-D2CE-0D8D-101F-68C7C5D4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5D77D-5B5D-A108-E390-3E869DAB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173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DAFEA-76AB-B4D0-5D5D-896F1ACE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FF3B2-3707-E7E9-E1AB-3328FD38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35D04-BE40-62D5-4DE0-9F7A2228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653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BF37-636C-AA56-3BB5-3CBECF2E1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2D523-17C0-1FF4-5E46-0BA2B67D0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53C9-5009-8E83-3B2A-F379B3609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9EE06-D5C5-B17B-0329-1F8041927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E2EE0-48BB-3C2D-4F4B-FC18A4F0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3794-5C34-EDB4-7782-FF40DE54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118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F2C7-CBA9-E1C8-C19F-5E726300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07CD4-0400-BED7-850A-34DA5D237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F2C90-B43D-E702-FECC-67D0C9CFB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8F7D7-2D7D-A1AD-056C-C4E6A116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2BB73-3B97-CB0C-1EB5-86DD27B3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9F540-A011-CF3F-5ED6-728C475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488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6292-2F4F-D79C-6008-3C78571C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90958-BD51-CC23-206D-0EB0E9F30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D1287-756A-E730-7713-2099B336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78F5-0A6C-28A0-9D01-D4DE2F21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4761C-162D-A37B-6B99-42F8FC36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77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2CB21-092B-E07A-E140-7001485BE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20236-8B97-FF9F-9ACA-ABDF8CBC8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4BBFF-1132-8AEA-1E8A-B07FF835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31D02-0A4F-5F36-EA63-264A3DEC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4DC70-748C-4A5F-A8DE-C2A224F5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995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F10840-C700-A7E5-16FB-EEF448D9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2B571-C242-6176-E2F2-28EB9C6B9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731EE-7DA6-8E3E-158F-309F145A4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3FFBA-1730-4941-9288-57C9E78E7939}" type="datetimeFigureOut">
              <a:rPr lang="en-ZA" smtClean="0"/>
              <a:t>2026/05/05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210F9-212B-9363-3DF6-6F2210CD7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46F5-7F14-26BA-E7C0-45D2C5061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5412E-D041-4F3E-A136-61E78D5124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972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3692-EC5C-76C4-58BD-3D54A85C4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53989-D88A-D313-3D80-D07E566E6F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AC154-71EC-4BF5-0387-81709B416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" r="3346" b="6453"/>
          <a:stretch>
            <a:fillRect/>
          </a:stretch>
        </p:blipFill>
        <p:spPr>
          <a:xfrm>
            <a:off x="0" y="-1"/>
            <a:ext cx="12192000" cy="687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27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D11D-5C0E-BF2C-1A13-BC3E5A2E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069CA4-79FA-940A-4BAB-8F77F286D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" r="3566" b="63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CC9F-89CD-F0EB-2855-58B78A44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6EA388-F2D3-1934-84FB-75F3F1878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" t="1090" r="3185" b="5702"/>
          <a:stretch>
            <a:fillRect/>
          </a:stretch>
        </p:blipFill>
        <p:spPr>
          <a:xfrm>
            <a:off x="0" y="0"/>
            <a:ext cx="12194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359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A726-B2BA-76E1-701C-F7583851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4245AE-1EDC-2B12-0C6D-492CAA014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" r="3185" b="5702"/>
          <a:stretch>
            <a:fillRect/>
          </a:stretch>
        </p:blipFill>
        <p:spPr>
          <a:xfrm>
            <a:off x="0" y="0"/>
            <a:ext cx="12192000" cy="693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7409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49BC-B827-DD4D-A347-3D11760F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0A830A-90CD-D1B4-A6B0-EE45D230F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9" r="3376" b="5363"/>
          <a:stretch>
            <a:fillRect/>
          </a:stretch>
        </p:blipFill>
        <p:spPr>
          <a:xfrm>
            <a:off x="0" y="0"/>
            <a:ext cx="12192000" cy="694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99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69DD-9782-288A-E9FD-C63F3368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99EFC3-1650-E4D0-8BCF-E689C1DD3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r="3567" b="6719"/>
          <a:stretch>
            <a:fillRect/>
          </a:stretch>
        </p:blipFill>
        <p:spPr>
          <a:xfrm>
            <a:off x="0" y="0"/>
            <a:ext cx="12192000" cy="686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34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BABA-0516-443C-04FF-5A50A14D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5CB56-DE8C-409F-8E29-3AEC042B8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" t="1767" r="3185" b="6041"/>
          <a:stretch>
            <a:fillRect/>
          </a:stretch>
        </p:blipFill>
        <p:spPr>
          <a:xfrm>
            <a:off x="0" y="0"/>
            <a:ext cx="12329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48303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AE3F-3BA1-D3C1-EAB3-BB1D3608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DDCA5A-6B69-2309-08E8-23B3706FF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" t="2107" r="4139" b="6719"/>
          <a:stretch>
            <a:fillRect/>
          </a:stretch>
        </p:blipFill>
        <p:spPr>
          <a:xfrm>
            <a:off x="-54078" y="0"/>
            <a:ext cx="12300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6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5449-2D19-02DD-31F2-E478ACFC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5EE9E-4847-5888-9D19-B4A1605C4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" t="1429" r="3376" b="6718"/>
          <a:stretch>
            <a:fillRect/>
          </a:stretch>
        </p:blipFill>
        <p:spPr>
          <a:xfrm>
            <a:off x="0" y="0"/>
            <a:ext cx="12349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6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923-9F02-0450-7DFC-9689AC20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54B132-196A-FEB4-4F72-E3B2F3565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" t="751" r="4139" b="5702"/>
          <a:stretch>
            <a:fillRect/>
          </a:stretch>
        </p:blipFill>
        <p:spPr>
          <a:xfrm>
            <a:off x="0" y="0"/>
            <a:ext cx="12192000" cy="69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460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AE0D-3F9E-B1C0-31DB-4EC462B2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9B134A-10D6-50BB-24BE-9D8285E94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3" r="4329" b="7735"/>
          <a:stretch>
            <a:fillRect/>
          </a:stretch>
        </p:blipFill>
        <p:spPr>
          <a:xfrm>
            <a:off x="0" y="0"/>
            <a:ext cx="12192000" cy="69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29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C0E4-74E4-2D10-C436-7D57ABDF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9739A0-3A3F-0224-A6B5-2F5006BC3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3" t="1429" r="4329" b="7058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0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6E99-6367-5B6F-951F-03734098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27095F-13B0-8FF2-C18C-5920C288F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t="1090" r="4139" b="7397"/>
          <a:stretch>
            <a:fillRect/>
          </a:stretch>
        </p:blipFill>
        <p:spPr>
          <a:xfrm>
            <a:off x="0" y="0"/>
            <a:ext cx="12192000" cy="687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59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DA8F-09EC-2A6D-0385-BEDEF247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E9E04-EE4C-CB33-E80B-24FDBD945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3" t="1428" r="4329" b="7736"/>
          <a:stretch>
            <a:fillRect/>
          </a:stretch>
        </p:blipFill>
        <p:spPr>
          <a:xfrm>
            <a:off x="0" y="0"/>
            <a:ext cx="1225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3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Nyengedzo Jonathan Cherane</dc:creator>
  <cp:lastModifiedBy>Nyengedzo Jonathan Cherane</cp:lastModifiedBy>
  <cp:revision>2</cp:revision>
  <dcterms:created xsi:type="dcterms:W3CDTF">2026-05-05T00:20:09Z</dcterms:created>
  <dcterms:modified xsi:type="dcterms:W3CDTF">2026-05-05T00:25:39Z</dcterms:modified>
</cp:coreProperties>
</file>